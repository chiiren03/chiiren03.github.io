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脆瓜瓜GUAGUA</dc:creator>
  <cp:keywords>DAG0aQeG8Z4,BAFc-0HjW8s,0</cp:keywords>
  <dc:title>- 遺落的色調 -</dc:title>
  <dcterms:created xsi:type="dcterms:W3CDTF">2025-10-13T14:26:13Z</dcterms:created>
  <dcterms:modified xsi:type="dcterms:W3CDTF">2025-10-13T14:26:13Z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2025-10-13T00:00:00Z</vt:filetime>
  </property>
  <property fmtid="{D5CDD505-2E9C-101B-9397-08002B2CF9AE}" pid="3" name="Creator">
    <vt:lpwstr>Canva</vt:lpwstr>
  </property>
  <property fmtid="{D5CDD505-2E9C-101B-9397-08002B2CF9AE}" pid="4" name="Producer">
    <vt:lpwstr>Canva</vt:lpwstr>
  </property>
  <property fmtid="{D5CDD505-2E9C-101B-9397-08002B2CF9AE}" pid="5" name="LastSaved">
    <vt:filetime>2025-10-13T00:00:00Z</vt:filetime>
  </property>
</Properties>
</file>